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HEALTH-A-THON 2026   ·   DIABETES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THALI × P.L.A.T.E.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 Connected Diabetes-Care Continuity System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From everyday WhatsApp logs &amp; retrospective edits to a meaningful, review-ready clinical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291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THALI   |   PATIENTS &amp; CAREGIVERS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Everyday Zero-App Capture &amp; Edit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100% WhatsApp Participation: No app install needed</a:t>
            </a:r>
            <a:br/>
            <a:r>
              <a:t>• Full Retrospective Edit: Update past pricks or meals</a:t>
            </a:r>
            <a:br/>
            <a:r>
              <a:t>• Multimodal: Photos, text, voice notes &amp; SMBG readings</a:t>
            </a:r>
            <a:br/>
            <a:r>
              <a:t>• Caregiver-Assisted: Designated family 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743200"/>
            <a:ext cx="3566160" cy="329184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9260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UNIFIED PATIENT RECORD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One Patient. One Record.</a:t>
            </a:r>
            <a:br/>
            <a:r>
              <a:t>Multiple Ways to Participate.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Channel-neutral · Provenance-aware · Audited</a:t>
            </a:r>
            <a:br/>
            <a:br/>
            <a:r>
              <a:t>• Store-First Webhook Capture (&lt;20ms)</a:t>
            </a:r>
            <a:br/>
            <a:r>
              <a:t>• Decoupled Gemini 2.0 Reasoning Engine</a:t>
            </a:r>
            <a:br/>
            <a:r>
              <a:t>• Immutable audit trail of every raw voice/text log</a:t>
            </a:r>
            <a:br/>
            <a:r>
              <a:t>• Retrospective revision preservation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26080"/>
            <a:ext cx="3291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06324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P.L.A.T.E.   |   CLINICIANS &amp; CARE TEAMS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Review-Ready Clinical Story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2-Page EMR-Attachable PDF Telemetry Report</a:t>
            </a:r>
            <a:br/>
            <a:r>
              <a:t>• 14-Day Longitudinal Excursion Corridors</a:t>
            </a:r>
            <a:br/>
            <a:r>
              <a:t>• Direct Portal Patient Linking (Operator Key)</a:t>
            </a:r>
            <a:br/>
            <a:r>
              <a:t>• Outbound Clinician WhatsApp Messaging</a:t>
            </a:r>
            <a:br/>
            <a:r>
              <a:t>• Strict Decision-Support Boundary (Non-diagnostic)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Patient capture  →  Decoupled AI normalization  →  Unified record  →  Clinician review   |   Assistive · Human-Centred · Non-Diagnostic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02   · 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Diabetes care is not short of data. It is short of continuity.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Relevant patient context exists across disconnected silos — making consultation preparation fragmented and exhausting.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THALI × P.L.A.T.E.   ·   Health-a-thon 2026   ·   Diabetes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02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Glucose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CGM · SMBG · finger-prick logs · paper diaries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73736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87452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Food &amp; Nutrition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Unmeasured home recall · photos · non-standard portions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Medication &amp; Timing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Patient-reported adherence · meal-interval divergence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10896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324612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Lab Documents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HbA1c reports · lipid panels · renal panels · prescriptions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Lifestyle &amp; Activity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Sleep patterns · acute illness · travel &amp; dining out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48056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61772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Communication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WhatsApp threads · caregiver phone logs · clinic reception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737360"/>
            <a:ext cx="36576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92024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THREE VISIBLE CONSEQUENCES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01 | PATIENT BURDEN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Repeatedly reconstructing weeks of dietary history and finger pricks from memory under consultation time pressure.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02 | CLINICIAN BURDEN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Spending 70% of consultation time manually stitching disconnected pieces instead of discussing behavioral adjustments.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03 | THE CONTINUITY GAP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Critical contextual causes (like weekend post-dinner sweet juice spikes) stay completely hidden in episodic spot-checks.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06440"/>
            <a:ext cx="10698480" cy="50292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problem is not another place to store data — it is connecting the pieces into a usable, reviewable clinical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03   ·   THE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One patient. One record. Multiple ways to participate.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Decoupled architecture connects zero-app patient WhatsApp logging with the clinic's P.L.A.T.E. portal.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THALI × P.L.A.T.E.   ·   Health-a-thon 2026   ·   Diabetes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03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THALI: PATIENT &amp; CAREGIVER LAYER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Zero-App Mobile Participation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Complete WhatsApp Lifecycle: Log readings, meals &amp; voice notes without app download</a:t>
            </a:r>
            <a:br/>
            <a:r>
              <a:t>• Full Retrospective Edit: Correct past glucose numbers or meal items via WhatsApp anytime</a:t>
            </a:r>
            <a:br/>
            <a:r>
              <a:t>• Calibrated Household Katori: Small (150ml), Medium (220ml), Large (350ml)</a:t>
            </a:r>
            <a:br/>
            <a:r>
              <a:t>• Caregiver Delegation: Multi-number support linked to a single longitudinal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347472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UNIFIED WORKFLOW ENGINE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Store-First + Decoupled AI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Store-First Invariant: Webhook captures to SQLite in &lt;20ms; Meta never times out</a:t>
            </a:r>
            <a:br/>
            <a:r>
              <a:t>• Decoupled Gemini Reasoner: Takes 1–2s outside webhook to parse Hinglish &amp; food entities</a:t>
            </a:r>
            <a:br/>
            <a:r>
              <a:t>• Event Pairing: Prompts missing meal context immediately after postprandial prick</a:t>
            </a:r>
            <a:br/>
            <a:r>
              <a:t>• Idempotent &amp; Audited: Immutable record with message deduplication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19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P.L.A.T.E. CLINICIAN PORTAL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Review-Ready Telemetry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Direct Patient Linking: Operator key links patient &amp; caregiver phone instantly</a:t>
            </a:r>
            <a:br/>
            <a:r>
              <a:t>• Outbound Doctor Messaging: Clinician broadcasts direct WhatsApp advice anytime</a:t>
            </a:r>
            <a:br/>
            <a:r>
              <a:t>• 2-Page Visual EMR Asset: Glycemic corridor charts &amp; chronobiology breakdown</a:t>
            </a:r>
            <a:br/>
            <a:r>
              <a:t>• Day Log Inspection: Interactive ledger of every prick, meal, and edit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D9488"/>
                </a:solidFill>
              </a:defRPr>
            </a:pPr>
            <a:r>
              <a:t>CRITICAL ARCHITECTURAL PRINCIPLE: WhatsApp is an Interface, Not the Database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Messages enter the exact same channel-neutral event pipeline as app interactions. Patient inputs, retrospective corrections, and doctor messages all converge into one auditable longitudinal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04   ·   ADOPTION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Don't force everyone into another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Patients and caregivers participate in their daily reality. The clinic gets a clinical-grade longitudinal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THALI × P.L.A.T.E.   ·   Health-a-thon 2026   ·   Diabetes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WhatsApp Primary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 familiar everyday channel — zero new habit to learn.</a:t>
            </a:r>
            <a:br/>
            <a:br/>
            <a:r>
              <a:t>• Log glucose (e.g. 'sugar 145')</a:t>
            </a:r>
            <a:br/>
            <a:r>
              <a:t>• Photo/text meal logs with katori confirmation</a:t>
            </a:r>
            <a:br/>
            <a:r>
              <a:t>• Retrospective edits ('change morning sugar to 125')</a:t>
            </a:r>
            <a:br/>
            <a:r>
              <a:t>• Real-time doctor messages received directly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Voice &amp; Vernacular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Vernacular fallback for patients who cannot comfortably type.</a:t>
            </a:r>
            <a:br/>
            <a:br/>
            <a:r>
              <a:t>• Hinglish / regional dialect support</a:t>
            </a:r>
            <a:br/>
            <a:r>
              <a:t>• Phonetic typo refiner + Gemini semantic reasoning</a:t>
            </a:r>
            <a:br/>
            <a:r>
              <a:t>• Speech-to-text with conversational acknowledgment</a:t>
            </a:r>
            <a:br/>
            <a:r>
              <a:t>• Empathetic clarifying questions on ambiguity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73736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74519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Dedicated Mobile App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Low-friction structured interface for tech-fluent users.</a:t>
            </a:r>
            <a:br/>
            <a:br/>
            <a:r>
              <a:t>• Offline-first local capture with queued sync</a:t>
            </a:r>
            <a:br/>
            <a:r>
              <a:t>• Direct photo camera integration</a:t>
            </a:r>
            <a:br/>
            <a:r>
              <a:t>• Visual meal-slot timeline</a:t>
            </a:r>
            <a:br/>
            <a:r>
              <a:t>• Converges into the exact same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A34A"/>
                </a:solidFill>
              </a:defRPr>
            </a:pPr>
            <a:r>
              <a:t>INDIA-READY OPERATIONAL DESIGN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Caregiver Delegation: Adult children can log for elderly parents via their own WhatsApp (+91 caregiver resolution).</a:t>
            </a:r>
            <a:br/>
            <a:r>
              <a:t>• Zero App Install Requirement: Patient can log for weeks and correct mistakes without ever touching a login screen.</a:t>
            </a:r>
            <a:br/>
            <a:r>
              <a:t>• Operator Protected Linking: Doctor links patient phone from portal with Operator Verification Key (AAHAAR_OP_KEY).</a:t>
            </a:r>
            <a:br/>
            <a:r>
              <a:t>• Direct Clinician Channel: Doctor broadcasts reminders &amp; clinical instructions directly to patient WhatsApp anytime.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05   ·  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From a few-second WhatsApp action to a review-ready patient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Seven-stage continuous loop uniting patient logging, retroactive corrections, and doctor outreach.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THALI × P.L.A.T.E.   ·   Health-a-thon 2026   ·   Diabetes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05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4630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01 | CAPTURE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Seconds, not forms</a:t>
            </a:r>
          </a:p>
          <a:p>
            <a:br/>
            <a:pPr>
              <a:defRPr sz="900">
                <a:solidFill>
                  <a:srgbClr val="64748B"/>
                </a:solidFill>
              </a:defRPr>
            </a:pPr>
            <a:r>
              <a:t>WhatsApp text, meal photo, voice note, or glucometer prick reading.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7712" y="1737360"/>
            <a:ext cx="14630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0864" y="1828800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02 | STORE FAST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Durable Ingest</a:t>
            </a:r>
          </a:p>
          <a:p>
            <a:br/>
            <a:pPr>
              <a:defRPr sz="900">
                <a:solidFill>
                  <a:srgbClr val="64748B"/>
                </a:solidFill>
              </a:defRPr>
            </a:pPr>
            <a:r>
              <a:t>Stored to raw_inbound in &lt;20ms; Meta receives immediate HTTP 200 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1737360"/>
            <a:ext cx="14630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1828800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03 | REASON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Decoupled AI</a:t>
            </a:r>
          </a:p>
          <a:p>
            <a:br/>
            <a:pPr>
              <a:defRPr sz="900">
                <a:solidFill>
                  <a:srgbClr val="64748B"/>
                </a:solidFill>
              </a:defRPr>
            </a:pPr>
            <a:r>
              <a:t>Gemini 2.0 extracts intent, dishes, portions &amp; handles retrospective edits.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1737360"/>
            <a:ext cx="14630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828800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04 | CONFIRM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Human in Loop</a:t>
            </a:r>
          </a:p>
          <a:p>
            <a:br/>
            <a:pPr>
              <a:defRPr sz="900">
                <a:solidFill>
                  <a:srgbClr val="64748B"/>
                </a:solidFill>
              </a:defRPr>
            </a:pPr>
            <a:r>
              <a:t>Calibrated katori bowl confirmation (Small 150ml / Med 220ml / Large 350ml).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6288" y="1737360"/>
            <a:ext cx="14630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28800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05 | CONNECT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Temporal Link</a:t>
            </a:r>
          </a:p>
          <a:p>
            <a:br/>
            <a:pPr>
              <a:defRPr sz="900">
                <a:solidFill>
                  <a:srgbClr val="64748B"/>
                </a:solidFill>
              </a:defRPr>
            </a:pPr>
            <a:r>
              <a:t>Post-prandial spikes paired automatically with preceding meal intake within 4h.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737360"/>
            <a:ext cx="14630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828800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06 | REVIEW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P.L.A.T.E. Asset</a:t>
            </a:r>
          </a:p>
          <a:p>
            <a:br/>
            <a:pPr>
              <a:defRPr sz="900">
                <a:solidFill>
                  <a:srgbClr val="64748B"/>
                </a:solidFill>
              </a:defRPr>
            </a:pPr>
            <a:r>
              <a:t>2-Page visual telemetry report + daily chronological audit log ready for doctor.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48672" y="1737360"/>
            <a:ext cx="14630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1824" y="1828800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07 | OUTREACH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Doctor Channel</a:t>
            </a:r>
          </a:p>
          <a:p>
            <a:br/>
            <a:pPr>
              <a:defRPr sz="900">
                <a:solidFill>
                  <a:srgbClr val="64748B"/>
                </a:solidFill>
              </a:defRPr>
            </a:pPr>
            <a:r>
              <a:t>Doctor sends WhatsApp advice or medication timing instructions from portal.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49377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6A34A"/>
                </a:solidFill>
              </a:defRPr>
            </a:pPr>
            <a:r>
              <a:t>GLUCOSE + EVENT-LINKED FOOD CAPTURE (WHATSAPP)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Patient: 'post lunch 184'</a:t>
            </a:r>
            <a:br/>
            <a:r>
              <a:t>Bot: 'Logged post-lunch: 184 mg/dL. Would you like to add what you ate? (or reply skip)'</a:t>
            </a:r>
            <a:br/>
            <a:r>
              <a:t>Patient: '2 roti, dal and mixed sabzi'</a:t>
            </a:r>
            <a:br/>
            <a:r>
              <a:t>Bot: 'Detected: roti, dal, mixed sabzi. Portion: Medium (220ml). Reply YES to confirm.'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57200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49377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RETROSPECTIVE EDIT &amp; DOCTOR MESSAGING (NO APP)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Patient: 'yesterday at 7 15 am i actually ate laddu and sugar was 222'</a:t>
            </a:r>
            <a:br/>
            <a:r>
              <a:t>Bot: 'Logged sugar 222 (Khane ke baad) — updated yesterday's record. Laddu size small/med?'</a:t>
            </a:r>
            <a:br/>
            <a:r>
              <a:t>Doctor (Portal): 'Please check fasting sugar tomorrow at 8 AM' → Delivered to patient WhatsApp.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06   ·   WHERE AI ACTUALLY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AI works underneath the workflow. Humans stay above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Strict safety guardrails enforce assistive decision-support with zero autonomous clinical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THALI × P.L.A.T.E.   ·   Health-a-thon 2026   ·   Diabetes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06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5603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01 | MEASUREMENT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Deterministic analytics only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• Mean fasting &amp; postprandial glucose</a:t>
            </a:r>
            <a:br/>
            <a:r>
              <a:t>• TIR / TAR / TBR (70–180 mg/dL)</a:t>
            </a:r>
            <a:br/>
            <a:r>
              <a:t>• Calibrated portion volume sum</a:t>
            </a:r>
            <a:br/>
            <a:r>
              <a:t>• Logging adherence index</a:t>
            </a:r>
            <a:br/>
            <a:br/>
            <a:r>
              <a:t>No subjective interpretation.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5603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19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02 | PATTERN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Bounded analytical models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• Weekday vs Weekend PPBG gap</a:t>
            </a:r>
            <a:br/>
            <a:r>
              <a:t>• Meal-slot excursion ranking</a:t>
            </a:r>
            <a:br/>
            <a:r>
              <a:t>• High-GI intake frequency</a:t>
            </a:r>
            <a:br/>
            <a:r>
              <a:t>• Doctor-set avoid list count</a:t>
            </a:r>
            <a:br/>
            <a:br/>
            <a:r>
              <a:t>Associations only — no causal claims.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603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19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03 | CONTEXT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Event linking in time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• Pair readings to preceding meals</a:t>
            </a:r>
            <a:br/>
            <a:r>
              <a:t>• Missing-context recovery prompts</a:t>
            </a:r>
            <a:br/>
            <a:r>
              <a:t>• Caregiver role attribution</a:t>
            </a:r>
            <a:br/>
            <a:r>
              <a:t>• Retrospective edit resolution</a:t>
            </a:r>
            <a:br/>
            <a:br/>
            <a:r>
              <a:t>Context, not diagnoses.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737360"/>
            <a:ext cx="25603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874519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04 | COMMUNICATION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Empathy &amp; Language Bridge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• Hinglish dialect normalization</a:t>
            </a:r>
            <a:br/>
            <a:r>
              <a:t>• Decoupled Gemini reasoning</a:t>
            </a:r>
            <a:br/>
            <a:r>
              <a:t>• Talking-back patient empathy</a:t>
            </a:r>
            <a:br/>
            <a:r>
              <a:t>• Direct doctor WhatsApp alerts</a:t>
            </a:r>
            <a:br/>
            <a:br/>
            <a:r>
              <a:t>Grounded in source-linked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STRICT SAFETY BOUNDARY &amp; NON-DIAGNOSTIC NOTICE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AI prepares information for review; it does NOT make clinical decisions.</a:t>
            </a:r>
            <a:br/>
            <a:r>
              <a:t>Zero autonomous prescribing, zero dosage calculation, zero clinical risk scoring. Clinical authority rests solely with the treating physician.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07   ·   WHAT THE CLINICIAN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The consultation starts with a verified clinical telemetry asset.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 comprehensive 2-page EMR summary and interactive Day Log generated before the patient walks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THALI × P.L.A.T.E.   ·   Health-a-thon 2026   ·   Diabetes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07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9488"/>
                </a:solidFill>
              </a:defRPr>
            </a:pPr>
            <a:r>
              <a:t>PAGE 1: CLINICAL TELEMETRY &amp; BEHAVIORAL NUTRITION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Food &amp; Glycemic Baselines: Mean Fasting (138.7 mg/dL) &amp; Postprandial (171.9 mg/dL) breakdown by slot: Post-Breakfast (153.8), Post-Lunch (176.2), Post-Dinner (185.5).</a:t>
            </a:r>
            <a:br/>
            <a:r>
              <a:t>• Target Range Distribution (TIR): 55% In-Range (70–180 mg/dL), 45% Above, 0% Hypo.</a:t>
            </a:r>
            <a:br/>
            <a:r>
              <a:t>• Segments &amp; Chronobiology: Weekday PPBG (157.4) vs Weekend PPBG (198.8 mg/dL) — surfaces hidden weekend surges (+41.4 mg/dL) primarily on post-dinner occasions.</a:t>
            </a:r>
            <a:br/>
            <a:r>
              <a:t>• Calibrated Portion Volume: Distribution of Small (150ml), Medium (220ml), Large (350ml).</a:t>
            </a:r>
            <a:br/>
            <a:r>
              <a:t>• Doctor Avoid List: Direct count of high-GI triggers (e.g. sweet juice/gulab jamun logged 8x).</a:t>
            </a:r>
            <a:br/>
            <a:r>
              <a:t>• Patient Adherence Index: Active logging days verification (e.g. 12 of 14 days = 85.7%).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19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t>PAGE 2: LONGITUDINAL CHARTS &amp; DAILY AUDIT LEDGER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Longitudinal Glycemic Corridors: Multi-day trendlines tracking Fasting, Post-Breakfast, Post-Lunch, and Post-Dinner readings against the 70–180 mg/dL corridor.</a:t>
            </a:r>
            <a:br/>
            <a:r>
              <a:t>• High-GI Dietary Correlation: Correlates daily % high-GI food intake against postprandial glucose excursions, with shaded weekend periods.</a:t>
            </a:r>
            <a:br/>
            <a:r>
              <a:t>• Interactive Day Log: Complete chronological ledger of every single finger prick, meal item, portion volume, and retrospective revision with full audit provenance.</a:t>
            </a:r>
            <a:br/>
            <a:r>
              <a:t>• Clinician Action Tools: In-dashboard direct WhatsApp composer to message patient, link numbers via Operator Key, or download high-res print-ready 2-Page EMR PDF.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D9488"/>
                </a:solidFill>
              </a:defRPr>
            </a:pPr>
            <a:r>
              <a:t>THE CLINICAL RESULT: Replace Recall Friction with Objective Telemetry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The physician opens the portal and in 30 seconds sees whether post-meal spikes correlate with weekend dining, high-GI staples, or missed medication — backed by 100% source-verified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08   ·   IMPACT +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Designed to prove clinical value in 60–90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Six operational hypotheses tested in live outpatient diabetes clinics.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THALI × P.L.A.T.E.   ·   Health-a-thon 2026   ·   Diabetes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4114800" cy="384048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PRIMARY OUTCOME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Pre-Consultation Information Completeness</a:t>
            </a:r>
          </a:p>
          <a:p>
            <a:br/>
            <a:pPr>
              <a:defRPr sz="1200">
                <a:solidFill>
                  <a:srgbClr val="38BDF8"/>
                </a:solidFill>
              </a:defRPr>
            </a:pPr>
            <a:r>
              <a:t>Formula:</a:t>
            </a:r>
            <a:br/>
            <a:r>
              <a:t>Required Telemetry Available  /  Information Requested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Measures whether all data needed for high-quality clinical adjustment (paired fasting/post-meal glucose + meal composition + adherence) is available BEFORE the patient walks into the clinic.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737360"/>
            <a:ext cx="63093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874519"/>
            <a:ext cx="5943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SECONDARY OPERATIONAL KPIS &amp; VALIDATION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Zero-App WhatsApp Retention: Does removing the app download barrier increase 14-day compliance above 80%?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Retrospective Edit Fidelity: Can patients accurately correct past entries via WhatsApp without data corruption?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Clinician Prep Latency: Does P.L.A.T.E. reduce consultation data-assembly time from 8 mins to &lt;45 seconds?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Weekend Excursion Detection: Does chronobiology telemetry reliably uncover weekend post-dinner glucose surges?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Caregiver Engagement: Does multi-number linking improve monitoring continuity for elderly patients?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0644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The goal is not to replace the clinician. The goal is to make every consultation start with a better patient 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